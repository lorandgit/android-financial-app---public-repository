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 437 Android Application Slides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Nicholas Taylor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8/19/2025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